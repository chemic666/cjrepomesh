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7f9e4f4a14c9d" /><Relationship Type="http://schemas.openxmlformats.org/officeDocument/2006/relationships/extended-properties" Target="/docProps/app.xml" Id="R0d5d83af5ef74c67" /><Relationship Type="http://schemas.openxmlformats.org/officeDocument/2006/relationships/officeDocument" Target="/ppt/presentation.xml" Id="R4107943d71d540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cb49b4ad04a53"/>
  </p:sldMasterIdLst>
  <p:notesMasterIdLst>
    <p:notesMasterId xmlns:r="http://schemas.openxmlformats.org/officeDocument/2006/relationships" r:id="R0021e4e69db246ab"/>
  </p:notesMasterIdLst>
  <p:sldIdLst>
    <p:sldId xmlns:r="http://schemas.openxmlformats.org/officeDocument/2006/relationships" id="256" r:id="Rebb83cd412ec4369"/>
    <p:sldId xmlns:r="http://schemas.openxmlformats.org/officeDocument/2006/relationships" id="257" r:id="R7ef5f041ad514ab0"/>
    <p:sldId xmlns:r="http://schemas.openxmlformats.org/officeDocument/2006/relationships" id="258" r:id="Ra18ad93d05854858"/>
    <p:sldId xmlns:r="http://schemas.openxmlformats.org/officeDocument/2006/relationships" id="259" r:id="Rfdd2152e1cce4d7d"/>
    <p:sldId xmlns:r="http://schemas.openxmlformats.org/officeDocument/2006/relationships" id="260" r:id="R28e11d8db30d4c08"/>
    <p:sldId xmlns:r="http://schemas.openxmlformats.org/officeDocument/2006/relationships" id="261" r:id="Rc45fb912dcf34de9"/>
    <p:sldId xmlns:r="http://schemas.openxmlformats.org/officeDocument/2006/relationships" id="262" r:id="Raa3e7c3b36ed4c30"/>
    <p:sldId xmlns:r="http://schemas.openxmlformats.org/officeDocument/2006/relationships" id="263" r:id="R53b4e4c56fcb43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688abf1337454a" /><Relationship Type="http://schemas.openxmlformats.org/officeDocument/2006/relationships/slideMaster" Target="/ppt/slideMasters/slideMaster1.xml" Id="R4e0cb49b4ad04a53" /><Relationship Type="http://schemas.openxmlformats.org/officeDocument/2006/relationships/notesMaster" Target="/ppt/notesMasters/notesMaster1.xml" Id="R0021e4e69db246ab" /><Relationship Type="http://schemas.openxmlformats.org/officeDocument/2006/relationships/presProps" Target="/ppt/presProps.xml" Id="R064ec0979d484dcb" /><Relationship Type="http://schemas.openxmlformats.org/officeDocument/2006/relationships/tableStyles" Target="/ppt/tableStyles.xml" Id="Re05fad55ea94488d" /><Relationship Type="http://schemas.openxmlformats.org/officeDocument/2006/relationships/slide" Target="/ppt/slides/slide1.xml" Id="Rebb83cd412ec4369" /><Relationship Type="http://schemas.openxmlformats.org/officeDocument/2006/relationships/slide" Target="/ppt/slides/slide2.xml" Id="R7ef5f041ad514ab0" /><Relationship Type="http://schemas.openxmlformats.org/officeDocument/2006/relationships/slide" Target="/ppt/slides/slide3.xml" Id="Ra18ad93d05854858" /><Relationship Type="http://schemas.openxmlformats.org/officeDocument/2006/relationships/slide" Target="/ppt/slides/slide4.xml" Id="Rfdd2152e1cce4d7d" /><Relationship Type="http://schemas.openxmlformats.org/officeDocument/2006/relationships/slide" Target="/ppt/slides/slide5.xml" Id="R28e11d8db30d4c08" /><Relationship Type="http://schemas.openxmlformats.org/officeDocument/2006/relationships/slide" Target="/ppt/slides/slide6.xml" Id="Rc45fb912dcf34de9" /><Relationship Type="http://schemas.openxmlformats.org/officeDocument/2006/relationships/slide" Target="/ppt/slides/slide7.xml" Id="Raa3e7c3b36ed4c30" /><Relationship Type="http://schemas.openxmlformats.org/officeDocument/2006/relationships/slide" Target="/ppt/slides/slide8.xml" Id="R53b4e4c56fcb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fbe6ba64441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05616a6c544714" /><Relationship Type="http://schemas.openxmlformats.org/officeDocument/2006/relationships/notesMaster" Target="/ppt/notesMasters/notesMaster1.xml" Id="Reaf17957c85d4e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16867547e64b8d" /><Relationship Type="http://schemas.openxmlformats.org/officeDocument/2006/relationships/notesMaster" Target="/ppt/notesMasters/notesMaster1.xml" Id="Re25cc862a70f43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f3ccd224464001" /><Relationship Type="http://schemas.openxmlformats.org/officeDocument/2006/relationships/notesMaster" Target="/ppt/notesMasters/notesMaster1.xml" Id="Rc1e751bf219f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9095c7d4834acf" /><Relationship Type="http://schemas.openxmlformats.org/officeDocument/2006/relationships/notesMaster" Target="/ppt/notesMasters/notesMaster1.xml" Id="R3da599ee9c574a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3d9144d5d74318" /><Relationship Type="http://schemas.openxmlformats.org/officeDocument/2006/relationships/notesMaster" Target="/ppt/notesMasters/notesMaster1.xml" Id="Rf683370d6208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4abeb5ed434d32" /><Relationship Type="http://schemas.openxmlformats.org/officeDocument/2006/relationships/notesMaster" Target="/ppt/notesMasters/notesMaster1.xml" Id="Re2afcbeeec9244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d70a0da8064a87" /><Relationship Type="http://schemas.openxmlformats.org/officeDocument/2006/relationships/notesMaster" Target="/ppt/notesMasters/notesMaster1.xml" Id="Rc8150349452d4b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8171709bf2499b" /><Relationship Type="http://schemas.openxmlformats.org/officeDocument/2006/relationships/notesMaster" Target="/ppt/notesMasters/notesMaster1.xml" Id="R717a24a8fe52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来源：docs/competition-requirements-matrix.md。封面图片为概念插画，非真实部署现场。</a:t>
            </a:r>
          </a:p>
          <a:p xmlns:a="http://schemas.openxmlformats.org/drawingml/2006/main">
            <a:r>
              <a:t>建议讲述 30 秒：介绍课题、多仓解析层和企业私仓闭环。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来源：docs/competition-requirements-matrix.md；docs/architecture.md。</a:t>
            </a:r>
          </a:p>
          <a:p xmlns:a="http://schemas.openxmlformats.org/drawingml/2006/main">
            <a:r>
              <a:t>建议讲述 45 秒：仓库可增加，版本求解规则须保持；私有仓须能部署并流转制品。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来源：docs/architecture.md；docs/multirepo-implementation.md；docs/official-compatibility-report.md。</a:t>
            </a:r>
          </a:p>
          <a:p xmlns:a="http://schemas.openxmlformats.org/drawingml/2006/main">
            <a:r>
              <a:t>建议讲述 55 秒：Router 汇聚候选及来源，原 cjpm 求解器保留版本决策；来源审计另存 cjpm-provenance.json，不冒充 lockfile。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来源：docs/competition-requirements-matrix.md；docs/architecture.md；docs/docker-verification.md；docs/linux-verification.md。</a:t>
            </a:r>
          </a:p>
          <a:p xmlns:a="http://schemas.openxmlformats.org/drawingml/2006/main">
            <a:r>
              <a:t>建议讲述 60 秒：Mirror 是显式清单镜像，不是完整复制上游仓；Sync 是仓间同步。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来源：docs/verification-report.md，独占命名空间故障矩阵与篡改制品专项。图片为概念插画，不是系统截图。</a:t>
            </a:r>
          </a:p>
          <a:p xmlns:a="http://schemas.openxmlformats.org/drawingml/2006/main">
            <a:r>
              <a:t>建议讲述 60 秒：company::* 独占路由下，私仓 1.0.0 与公共 9.0.0 同名；404/401/403/500 四类故障中公共仓请求数均为 0。制品 SHA 不符也必须失败，不改从低优先级仓下载。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来源：docs/verification-report.md；docs/official-compatibility-report.md；docs/docker-verification.md。</a:t>
            </a:r>
          </a:p>
          <a:p xmlns:a="http://schemas.openxmlformats.org/drawingml/2006/main">
            <a:r>
              <a:t>建议讲述 65 秒：0f0e076 上 Linux 四组全量 4/4，用时 710.19 秒；同一提交 Docker 诊断 9/9。官方原版与增强版单仓差分 7/7；官方 HTTP LLT 夹具在两版各 16/16。完整 Maple HLT/LLT 未跑。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来源：docs/demo-runbook.md；docs/docker-verification.md。</a:t>
            </a:r>
          </a:p>
          <a:p xmlns:a="http://schemas.openxmlformats.org/drawingml/2006/main">
            <a:r>
              <a:t>建议讲述 70 秒：这是计划录制的主视频路线，不代表视频已经完成。完整无剪切验证也仍待录制。Proxy 性能数据来自本地 HTTP，不外推公网。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来源：docs/submission-checklist.md；docs/verification-report.md；docs/award-readiness.md。</a:t>
            </a:r>
          </a:p>
          <a:p xmlns:a="http://schemas.openxmlformats.org/drawingml/2006/main">
            <a:r>
              <a:t>建议讲述 55 秒：Windows cjc 受系统 Application Control 拦截，不绕过安全策略；历史 Windows 5/5 不冒充本次通过。完整 Maple HLT/LLT 未跑，视频未录。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4a4c0972d40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08c663f0f4d13" /><Relationship Type="http://schemas.openxmlformats.org/officeDocument/2006/relationships/slideLayout" Target="/ppt/slideLayouts/slideLayout1.xml" Id="Rda81f01f595f4e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81f01f595f4e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e6d3dbef451e" /><Relationship Type="http://schemas.openxmlformats.org/officeDocument/2006/relationships/image" Target="/ppt/media/image.png" Id="R49d073f3c75d48d3" /><Relationship Type="http://schemas.openxmlformats.org/officeDocument/2006/relationships/notesSlide" Target="/ppt/notesSlides/notesSlide1.xml" Id="R516e737d87a5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d258ab3a94b8a" /><Relationship Type="http://schemas.openxmlformats.org/officeDocument/2006/relationships/notesSlide" Target="/ppt/notesSlides/notesSlide2.xml" Id="Rcdc5669cc10a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b9e736a8845e4" /><Relationship Type="http://schemas.openxmlformats.org/officeDocument/2006/relationships/notesSlide" Target="/ppt/notesSlides/notesSlide3.xml" Id="Rdf84e0bb65a043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5a55d74224ef3" /><Relationship Type="http://schemas.openxmlformats.org/officeDocument/2006/relationships/notesSlide" Target="/ppt/notesSlides/notesSlide4.xml" Id="Rff681572a2d74e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922bd7dd84469" /><Relationship Type="http://schemas.openxmlformats.org/officeDocument/2006/relationships/image" Target="/ppt/media/image2.png" Id="R155d61b4c8904a05" /><Relationship Type="http://schemas.openxmlformats.org/officeDocument/2006/relationships/notesSlide" Target="/ppt/notesSlides/notesSlide5.xml" Id="R546b8b54d16744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ed16744b743fb" /><Relationship Type="http://schemas.openxmlformats.org/officeDocument/2006/relationships/notesSlide" Target="/ppt/notesSlides/notesSlide6.xml" Id="R7511e1b230ed4a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b6d1af03a44a6" /><Relationship Type="http://schemas.openxmlformats.org/officeDocument/2006/relationships/notesSlide" Target="/ppt/notesSlides/notesSlide7.xml" Id="Re209f02b8bf040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b0346b5574644" /><Relationship Type="http://schemas.openxmlformats.org/officeDocument/2006/relationships/notesSlide" Target="/ppt/notesSlides/notesSlide8.xml" Id="Rd4a4bbc00a9646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073f3c75d48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595CD-1043-49FA-9874-025B016C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981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CjRepoMesh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E74F7-854A-4235-BF59-24763258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59531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仓颉中心仓多仓配置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与私有化体系建设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2BC46-614D-4AD0-B3DD-074C7771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E2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7506-2A28-4148-BA7D-1695AE4C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rPr>
              <a:t>官方技术课题 #6</a:t>
            </a:r>
          </a:p>
        </p:txBody>
      </p:sp>
    </p:spTree>
    <p:extLst>
      <p:ext uri="{BB962C8B-B14F-4D97-AF65-F5344CB8AC3E}">
        <p14:creationId xmlns:p14="http://schemas.microsoft.com/office/powerpoint/2010/main" val="956520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E6794-BDA1-4253-A353-D6C240CC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目标约束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EFCF-B1F0-4F04-B387-1959BFA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50316-57F9-4628-BE62-FD4672E5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81725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9910F-65E7-4C39-94A9-4A10E89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70008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仓库可以变多，</a:t>
            </a:r>
          </a:p>
          <a:p xmlns:a="http://schemas.openxmlformats.org/drawingml/2006/main">
            <a:pPr algn="l">
              <a:defRPr sz="367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版本规则保持不变。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C8268-45E0-483D-9296-64FABB3A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F8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1A58E-685F-46D1-B304-EFB917A9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8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8F8B"/>
                </a:solidFill>
                <a:latin typeface="Microsoft YaHei"/>
                <a:ea typeface="Microsoft YaHei"/>
                <a:cs typeface="Microsoft YaHei"/>
              </a:rPr>
              <a:t>路由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E3CDC-0759-4E02-906F-AD2B8973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汇聚候选版本与来源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3971A-EC88-485B-BA4E-6CE472D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8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8F8B"/>
                </a:solidFill>
                <a:latin typeface="Microsoft YaHei"/>
                <a:ea typeface="Microsoft YaHei"/>
                <a:cs typeface="Microsoft YaHei"/>
              </a:rPr>
              <a:t>求解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01A86-7B9E-4DD6-A760-7328488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194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沿用 cjpm 原有规则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F7A7-A333-4523-944F-15A5416E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8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8F8B"/>
                </a:solidFill>
                <a:latin typeface="Microsoft YaHei"/>
                <a:ea typeface="Microsoft YaHei"/>
                <a:cs typeface="Microsoft YaHei"/>
              </a:rPr>
              <a:t>私仓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15916-AFD8-4533-ACFF-3C299E99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部署、发布与包流转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64599-DEC7-4850-9BFC-AFFCF85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同一版本的来源，由仓库优先级决定。</a:t>
            </a:r>
          </a:p>
        </p:txBody>
      </p:sp>
    </p:spTree>
    <p:extLst>
      <p:ext uri="{BB962C8B-B14F-4D97-AF65-F5344CB8AC3E}">
        <p14:creationId xmlns:p14="http://schemas.microsoft.com/office/powerpoint/2010/main" val="1949650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ACA15-E89B-4744-A2FC-A23C5F00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选版本与选来源分层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0670-1459-4328-A8E7-D3AED74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420ED-ECBE-4199-82EF-796DBB5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81725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3630B-A295-4EAB-AB9B-1DDA3071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190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25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7425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BCB7-C636-4967-9B7F-3BD9A332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500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A3B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32A3B"/>
                </a:solidFill>
                <a:latin typeface="Bahnschrift"/>
                <a:ea typeface="Bahnschrift"/>
                <a:cs typeface="Bahnschrift"/>
              </a:rPr>
              <a:t>Repository Router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A8C20-A577-4889-959B-F7E62DC3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候选版本  /  仓库来源  /  安全回退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5F408-E086-48FB-85C3-9255909A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A20C6-3FBD-4AC8-8297-7C607CF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2190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25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7425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BBDF9-A3EE-4206-A842-766568F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原 cjpm 求解器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3C0A1-BF59-4EA9-8196-8DDAB48E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05225"/>
            <a:ext cx="490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依赖约束  /  锁定规则  /  最终版本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05EF8-9892-4DED-903A-2CB46B93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291FA-7532-4CFB-827E-454DF9A3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来源与 SHA-256 另存 cjpm-provenance.json</a:t>
            </a:r>
          </a:p>
        </p:txBody>
      </p:sp>
    </p:spTree>
    <p:extLst>
      <p:ext uri="{BB962C8B-B14F-4D97-AF65-F5344CB8AC3E}">
        <p14:creationId xmlns:p14="http://schemas.microsoft.com/office/powerpoint/2010/main" val="1889360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9AD86-C7F3-4A7C-854A-AEDD5654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四项交付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FF3A5-6FDC-4971-9419-CF39F7B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F9108-8581-4735-8632-9B71A0FC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81725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1EF8A-62FD-43FF-9FAF-DD11A8AF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76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641A7-DC12-47B2-8079-ABFC9F20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573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多仓配置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A278C-6DA2-4E0A-BE33-B8A85A89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6690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优先级、旧配置兼容与来源解释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677FF-B1E3-4669-8DBC-9CCB947E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FDBC7-D1DB-46DA-BC08-822648B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C2638-0213-44C2-95C9-8128408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依赖解析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35407-10B0-45CF-9518-23959FC0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24175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跨仓候选、同版选源、[replace] 与认证屏障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FCB14-47A1-4F82-A30E-AFE78660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1C809-3B44-466B-AFE6-627880D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76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F5269-4EA9-46B5-84B5-24EFBF81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7192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私有部署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74CC8-B7F0-4AEB-8A72-78D7B27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Windows / Docker 一键流程与持久化诊断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B90B1-89DB-4DDD-9F22-4EC2D6C0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C40CE-FDF5-4988-9A61-51F738D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76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1CE90-C1F4-4A87-A6DC-540AF049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2920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代理与同步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0DBF2-FE9B-4915-8873-AD9926A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38725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Proxy 缓存、清单 Mirror 与仓间 Sync</a:t>
            </a:r>
          </a:p>
        </p:txBody>
      </p:sp>
    </p:spTree>
    <p:extLst>
      <p:ext uri="{BB962C8B-B14F-4D97-AF65-F5344CB8AC3E}">
        <p14:creationId xmlns:p14="http://schemas.microsoft.com/office/powerpoint/2010/main" val="223202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d61b4c8904a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868E6-A311-41CB-BB28-486FD175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595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独占命名空间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D5AC5-489B-437A-985E-82B0694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E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B4ADC-3987-47C5-A680-B7E103DA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私仓 1.0.0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8FFA2-C7C9-4FDE-96B2-798C32E0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476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rPr>
              <a:t>公共同名包 9.0.0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68D21-8DFD-4AAF-BC25-7050BF8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61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83E2D6"/>
                </a:solidFill>
                <a:latin typeface="Bahnschrift"/>
                <a:ea typeface="Bahnschrift"/>
                <a:cs typeface="Bahnschrift"/>
              </a:defRPr>
            </a:pPr>
            <a:r>
              <a:rPr sz="8250" b="1">
                <a:solidFill>
                  <a:srgbClr val="83E2D6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8B7C2-5EFD-467E-807D-1D47086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05250"/>
            <a:ext cx="3648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次公共仓请求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CF3AD-CD60-4D5E-8AA7-921C4F0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rPr>
              <a:t>404 / 401 / 403 / 500 故障注入均成立</a:t>
            </a:r>
          </a:p>
        </p:txBody>
      </p:sp>
    </p:spTree>
    <p:extLst>
      <p:ext uri="{BB962C8B-B14F-4D97-AF65-F5344CB8AC3E}">
        <p14:creationId xmlns:p14="http://schemas.microsoft.com/office/powerpoint/2010/main" val="408424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E4DE2-768E-42A4-9C0E-24C40EB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实测证据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8DFB1-73EF-45DC-A122-5FEE5BE2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0ACE1-C962-443A-8CBC-E33840BD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81725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F7934-AF93-407E-BD36-9FDD632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0" b="1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10650" b="1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4/4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EB768-AA43-41A1-B1A3-CCC5F78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1470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Linux 共享核心全量回归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A9291-8510-4357-8A5C-9B74DEF5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提交 0f0e076 · 710.19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74514-258D-4733-BF61-A85A0D3E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9547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6AC33-C5FC-4754-9D89-4ABBF6D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621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32A3B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>
                <a:solidFill>
                  <a:srgbClr val="132A3B"/>
                </a:solidFill>
                <a:latin typeface="Bahnschrift"/>
                <a:ea typeface="Bahnschrift"/>
                <a:cs typeface="Bahnschrift"/>
              </a:rPr>
              <a:t>9/9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F7E38-8D81-459E-BFC7-BDE0E7DD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47875"/>
            <a:ext cx="255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Docker 部署诊断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88D44-CC67-46D8-8DC4-C0CB28A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6225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EAC84-E911-4CE6-9BE1-FC3A0AF4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813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32A3B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>
                <a:solidFill>
                  <a:srgbClr val="132A3B"/>
                </a:solidFill>
                <a:latin typeface="Bahnschrift"/>
                <a:ea typeface="Bahnschrift"/>
                <a:cs typeface="Bahnschrift"/>
              </a:rPr>
              <a:t>7/7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D429-1260-4DB7-90B3-DDE5F336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67050"/>
            <a:ext cx="255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官方原版 / 增强版差分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55DB2-8C6E-4F86-8DF1-273A7AE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781425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933C3-1E50-4656-BE5A-5E84130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32A3B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>
                <a:solidFill>
                  <a:srgbClr val="132A3B"/>
                </a:solidFill>
                <a:latin typeface="Bahnschrift"/>
                <a:ea typeface="Bahnschrift"/>
                <a:cs typeface="Bahnschrift"/>
              </a:rPr>
              <a:t>16/16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9EA97-D357-41FD-8855-629DD728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86225"/>
            <a:ext cx="255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HTTP LLT 夹具，两版各通过</a:t>
            </a:r>
          </a:p>
        </p:txBody>
      </p:sp>
    </p:spTree>
    <p:extLst>
      <p:ext uri="{BB962C8B-B14F-4D97-AF65-F5344CB8AC3E}">
        <p14:creationId xmlns:p14="http://schemas.microsoft.com/office/powerpoint/2010/main" val="921674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B3974-C08F-49DB-B6FA-83F2AED3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拟录制的 7 分钟演示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981F5-F780-48ED-8F33-189C2E8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A6FF8-9455-4ED1-B2B4-F8B83E6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81725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536773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DCD44-A992-48D7-8AF3-0DDA42F3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00:00–01:20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A4A10-31FD-48F5-896F-565C30C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38325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88076-B2BE-4C6B-8143-1AA7E71E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47850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Compose 部署、健康检查与 Doctor 9/9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4AC1-F8BF-4EF0-93D6-23EEF9E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244D1-BC89-45E0-9FED-9D4F310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01:20–04:05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2D721-74EC-4623-A2E3-E5837C81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194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854DF-2E1F-4805-8C28-FD363BF5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28975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跨仓构建、独占命名空间、Explain 与来源审计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7B33F-54D5-4BAA-BA2D-FC097208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5D7DC-28CA-4EFB-8F56-E68EAA9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8F8B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158F8B"/>
                </a:solidFill>
                <a:latin typeface="Bahnschrift"/>
                <a:ea typeface="Bahnschrift"/>
                <a:cs typeface="Bahnschrift"/>
              </a:rPr>
              <a:t>04:05–07:00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F30EC-65C9-4721-8458-4FBBBCF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00575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A3B"/>
                </a:solidFill>
                <a:latin typeface="Microsoft YaHei"/>
                <a:ea typeface="Microsoft YaHei"/>
                <a:cs typeface="Microsoft YaHei"/>
              </a:rPr>
              <a:t>流转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39EEA-62E5-41EB-80E5-C1814A6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10100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3"/>
                </a:solidFill>
                <a:latin typeface="Microsoft YaHei"/>
                <a:ea typeface="Microsoft YaHei"/>
                <a:cs typeface="Microsoft YaHei"/>
              </a:rPr>
              <a:t>Proxy 离线命中、清单 Mirror、Sync 后构建</a:t>
            </a:r>
          </a:p>
        </p:txBody>
      </p:sp>
    </p:spTree>
    <p:extLst>
      <p:ext uri="{BB962C8B-B14F-4D97-AF65-F5344CB8AC3E}">
        <p14:creationId xmlns:p14="http://schemas.microsoft.com/office/powerpoint/2010/main" val="712054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B2D31-355C-427C-9A65-3556019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完成度与边界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2995E-7F12-4AA3-9D5F-8F9EAF81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C7AC5-ADA4-48B1-9360-A395E7EC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3E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3E2D6"/>
                </a:solidFill>
                <a:latin typeface="Microsoft YaHei"/>
                <a:ea typeface="Microsoft YaHei"/>
                <a:cs typeface="Microsoft YaHei"/>
              </a:rPr>
              <a:t>已证实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9B4FF-3A74-4F63-96F9-FA8F0DF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多仓解析与私仓闭环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Linux 4/4 · Docker 9/9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D8F5C-6489-4016-AAB7-EBE5CD6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190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8C1C1-91B0-4CFB-8C28-296FABE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4695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3E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3E2D6"/>
                </a:solidFill>
                <a:latin typeface="Microsoft YaHei"/>
                <a:ea typeface="Microsoft YaHei"/>
                <a:cs typeface="Microsoft YaHei"/>
              </a:rPr>
              <a:t>尚待完成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E300A-86DB-42FB-8DAA-2156794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 Windows 构建环境复测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 Maple HLT/LLT 与视频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8194E-3C0C-4C8E-9417-139C25A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AB8A8-19AB-475B-A099-9568ABF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C9D4"/>
                </a:solidFill>
                <a:latin typeface="Microsoft YaHei"/>
                <a:ea typeface="Microsoft YaHei"/>
                <a:cs typeface="Microsoft YaHei"/>
              </a:rPr>
              <a:t>提交前按最终提交号复核，并录制主视频与无剪切验证。</a:t>
            </a:r>
          </a:p>
        </p:txBody>
      </p:sp>
    </p:spTree>
    <p:extLst>
      <p:ext uri="{BB962C8B-B14F-4D97-AF65-F5344CB8AC3E}">
        <p14:creationId xmlns:p14="http://schemas.microsoft.com/office/powerpoint/2010/main" val="1588239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2026-09-23T08:20:29.1800000Z</dcterms:created>
  <dcterms:modified xsi:type="dcterms:W3CDTF">2026-09-23T08:20:29.1800000Z</dcterms:modified>
</coreProperties>
</file>