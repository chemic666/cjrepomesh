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442b1e2b6b4c30" /><Relationship Type="http://schemas.openxmlformats.org/officeDocument/2006/relationships/extended-properties" Target="/docProps/app.xml" Id="R48a2a6f8aa7449a4" /><Relationship Type="http://schemas.openxmlformats.org/officeDocument/2006/relationships/officeDocument" Target="/ppt/presentation.xml" Id="R74b31f0d4df843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3d9861cb5d438c"/>
  </p:sldMasterIdLst>
  <p:notesMasterIdLst>
    <p:notesMasterId xmlns:r="http://schemas.openxmlformats.org/officeDocument/2006/relationships" r:id="R273255f8a67e42cb"/>
  </p:notesMasterIdLst>
  <p:sldIdLst>
    <p:sldId xmlns:r="http://schemas.openxmlformats.org/officeDocument/2006/relationships" id="256" r:id="R393e36544806467c"/>
    <p:sldId xmlns:r="http://schemas.openxmlformats.org/officeDocument/2006/relationships" id="257" r:id="Rf6c9f98b89ae4b28"/>
    <p:sldId xmlns:r="http://schemas.openxmlformats.org/officeDocument/2006/relationships" id="258" r:id="R1ec8acb8abb94246"/>
    <p:sldId xmlns:r="http://schemas.openxmlformats.org/officeDocument/2006/relationships" id="259" r:id="R58af050c331d474f"/>
    <p:sldId xmlns:r="http://schemas.openxmlformats.org/officeDocument/2006/relationships" id="260" r:id="Rf73732c37ba34ed4"/>
    <p:sldId xmlns:r="http://schemas.openxmlformats.org/officeDocument/2006/relationships" id="261" r:id="Rad41356e31fc4edf"/>
    <p:sldId xmlns:r="http://schemas.openxmlformats.org/officeDocument/2006/relationships" id="262" r:id="Ra2b7bccef0de44d2"/>
    <p:sldId xmlns:r="http://schemas.openxmlformats.org/officeDocument/2006/relationships" id="263" r:id="Ra30167e1887f45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2d12933bef4f35" /><Relationship Type="http://schemas.openxmlformats.org/officeDocument/2006/relationships/slideMaster" Target="/ppt/slideMasters/slideMaster1.xml" Id="R153d9861cb5d438c" /><Relationship Type="http://schemas.openxmlformats.org/officeDocument/2006/relationships/notesMaster" Target="/ppt/notesMasters/notesMaster1.xml" Id="R273255f8a67e42cb" /><Relationship Type="http://schemas.openxmlformats.org/officeDocument/2006/relationships/presProps" Target="/ppt/presProps.xml" Id="R9caa66915d94457f" /><Relationship Type="http://schemas.openxmlformats.org/officeDocument/2006/relationships/tableStyles" Target="/ppt/tableStyles.xml" Id="R0977b726abab4bdd" /><Relationship Type="http://schemas.openxmlformats.org/officeDocument/2006/relationships/slide" Target="/ppt/slides/slide1.xml" Id="R393e36544806467c" /><Relationship Type="http://schemas.openxmlformats.org/officeDocument/2006/relationships/slide" Target="/ppt/slides/slide2.xml" Id="Rf6c9f98b89ae4b28" /><Relationship Type="http://schemas.openxmlformats.org/officeDocument/2006/relationships/slide" Target="/ppt/slides/slide3.xml" Id="R1ec8acb8abb94246" /><Relationship Type="http://schemas.openxmlformats.org/officeDocument/2006/relationships/slide" Target="/ppt/slides/slide4.xml" Id="R58af050c331d474f" /><Relationship Type="http://schemas.openxmlformats.org/officeDocument/2006/relationships/slide" Target="/ppt/slides/slide5.xml" Id="Rf73732c37ba34ed4" /><Relationship Type="http://schemas.openxmlformats.org/officeDocument/2006/relationships/slide" Target="/ppt/slides/slide6.xml" Id="Rad41356e31fc4edf" /><Relationship Type="http://schemas.openxmlformats.org/officeDocument/2006/relationships/slide" Target="/ppt/slides/slide7.xml" Id="Ra2b7bccef0de44d2" /><Relationship Type="http://schemas.openxmlformats.org/officeDocument/2006/relationships/slide" Target="/ppt/slides/slide8.xml" Id="Ra30167e1887f45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6f30c3c87646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6fcaea605d45bd" /><Relationship Type="http://schemas.openxmlformats.org/officeDocument/2006/relationships/notesMaster" Target="/ppt/notesMasters/notesMaster1.xml" Id="Reb70b88c61e74d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0d447eb6fc45ee" /><Relationship Type="http://schemas.openxmlformats.org/officeDocument/2006/relationships/notesMaster" Target="/ppt/notesMasters/notesMaster1.xml" Id="R8f1f94ab208c49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e5ea2e62f84e31" /><Relationship Type="http://schemas.openxmlformats.org/officeDocument/2006/relationships/notesMaster" Target="/ppt/notesMasters/notesMaster1.xml" Id="Rc6e41b351d8c4f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0d2e53ae8945d1" /><Relationship Type="http://schemas.openxmlformats.org/officeDocument/2006/relationships/notesMaster" Target="/ppt/notesMasters/notesMaster1.xml" Id="Rfb5fa8595b214a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b68bbcc09f4886" /><Relationship Type="http://schemas.openxmlformats.org/officeDocument/2006/relationships/notesMaster" Target="/ppt/notesMasters/notesMaster1.xml" Id="Rad9050aeae4641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483f67af624d86" /><Relationship Type="http://schemas.openxmlformats.org/officeDocument/2006/relationships/notesMaster" Target="/ppt/notesMasters/notesMaster1.xml" Id="R695040e0982846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b243482b954383" /><Relationship Type="http://schemas.openxmlformats.org/officeDocument/2006/relationships/notesMaster" Target="/ppt/notesMasters/notesMaster1.xml" Id="R7387dc995fb745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e332ea86624cfb" /><Relationship Type="http://schemas.openxmlformats.org/officeDocument/2006/relationships/notesMaster" Target="/ppt/notesMasters/notesMaster1.xml" Id="R1848229cbdef45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定位与课题名称见 docs/competition-requirements-matrix.md；该材料是可编辑答辩稿，不代表已完成视频录制。</a:t>
            </a:r>
          </a:p>
          <a:p xmlns:a="http://schemas.openxmlformats.org/drawingml/2006/main">
            <a:r>
              <a:t>讲述建议：30 秒。先说明多仓、原有求解规则、私有化部署三项主线。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来源：docs/competition-requirements-matrix.md；docs/architecture.md。</a:t>
            </a:r>
          </a:p>
          <a:p xmlns:a="http://schemas.openxmlformats.org/drawingml/2006/main">
            <a:r>
              <a:t>讲述建议：45 秒。强调官方课题要求多仓配置和私有化，且不能破坏原有版本选择规则。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来源：docs/architecture.md；docs/multirepo-implementation.md；docs/official-compatibility-report.md。</a:t>
            </a:r>
          </a:p>
          <a:p xmlns:a="http://schemas.openxmlformats.org/drawingml/2006/main">
            <a:r>
              <a:t>讲述建议：55 秒。Repository Router 汇聚候选及来源，原 cjpm 求解器做版本决策。锁定版本规则及旧 repository.home 行为以官方原版差分验证。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来源：docs/competition-requirements-matrix.md；docs/architecture.md；docs/docker-verification.md；docs/linux-verification.md。</a:t>
            </a:r>
          </a:p>
          <a:p xmlns:a="http://schemas.openxmlformats.org/drawingml/2006/main">
            <a:r>
              <a:t>讲述建议：60 秒。Mirror 指显式清单镜像，非完整上游仓复制；Sync 为带令牌的仓间同步。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来源：docs/verification-report.md（独占命名空间故障矩阵、篡改制品专项）；docs/multirepo-implementation.md。</a:t>
            </a:r>
          </a:p>
          <a:p xmlns:a="http://schemas.openxmlformats.org/drawingml/2006/main">
            <a:r>
              <a:t>讲述建议：60 秒。私仓 company::* 为独占路由；高版本公共同名包不能参与。404/401/403/500 注入时公共仓请求数均为 0。401/403 也不得认证绕过；选中制品 SHA 不符时失败，不回退低优先级伪装成功。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来源：docs/verification-report.md；docs/official-compatibility-report.md；docs/docker-verification.md。</a:t>
            </a:r>
          </a:p>
          <a:p xmlns:a="http://schemas.openxmlformats.org/drawingml/2006/main">
            <a:r>
              <a:t>讲述建议：65 秒。Linux 4/4 为提交 0f0e076 上完整四组回归，710.19 秒；该轮覆盖 662935d 后新增的篡改制品场景。Docker 9/9 在同一提交再次通过；c602c12 修复后此前还有两轮 9/9。官方差分 7/7；官方 HTTP LLT 夹具在原版与增强版各 16/16。不要说完整 Maple HLT/LLT 已通过。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来源：docs/demo-runbook.md；docs/docker-verification.md；benchmark/results/proxy-benchmark.md。</a:t>
            </a:r>
          </a:p>
          <a:p xmlns:a="http://schemas.openxmlformats.org/drawingml/2006/main">
            <a:r>
              <a:t>讲述建议：70 秒。此页是拟录制视频的演示顺序，不代表视频已录好。Proxy 基准为本地 HTTP，冷中位 62.76ms/10 次、热中位 33.102ms/50 次，不外推公网性能。现场可只演示 MISS/HIT/断上游仍命中。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来源：docs/submission-checklist.md；docs/verification-report.md；docs/award-readiness.md。</a:t>
            </a:r>
          </a:p>
          <a:p xmlns:a="http://schemas.openxmlformats.org/drawingml/2006/main">
            <a:r>
              <a:t>讲述建议：55 秒。当前 Windows cjc 被系统 Application Control 阻断，不绕过安全策略；历史 Windows 5/5 不能冒充当前提交结果。完整 Maple HLT/LLT 未运行；视频待录制；提交平台及外部仓库可访问性需要赛前复查。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d098b362fb41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1785a40afc4757" /><Relationship Type="http://schemas.openxmlformats.org/officeDocument/2006/relationships/slideLayout" Target="/ppt/slideLayouts/slideLayout1.xml" Id="R6c012ab0be204e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012ab0be204e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cae4446a34693" /><Relationship Type="http://schemas.openxmlformats.org/officeDocument/2006/relationships/notesSlide" Target="/ppt/notesSlides/notesSlide1.xml" Id="Rd867bf700bdc48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5cc63d784b48c5" /><Relationship Type="http://schemas.openxmlformats.org/officeDocument/2006/relationships/notesSlide" Target="/ppt/notesSlides/notesSlide2.xml" Id="Rab4a4d1a0ae841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0ba7522d44b37" /><Relationship Type="http://schemas.openxmlformats.org/officeDocument/2006/relationships/notesSlide" Target="/ppt/notesSlides/notesSlide3.xml" Id="Rc823723eb1d64f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aa2af685b4200" /><Relationship Type="http://schemas.openxmlformats.org/officeDocument/2006/relationships/notesSlide" Target="/ppt/notesSlides/notesSlide4.xml" Id="R13dfebc292264f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77e2948d54e9f" /><Relationship Type="http://schemas.openxmlformats.org/officeDocument/2006/relationships/notesSlide" Target="/ppt/notesSlides/notesSlide5.xml" Id="R223cd8e857d146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5bd1c35b544b37" /><Relationship Type="http://schemas.openxmlformats.org/officeDocument/2006/relationships/notesSlide" Target="/ppt/notesSlides/notesSlide6.xml" Id="R0fb0e40804f642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22a3387ae4d97" /><Relationship Type="http://schemas.openxmlformats.org/officeDocument/2006/relationships/notesSlide" Target="/ppt/notesSlides/notesSlide7.xml" Id="R555832e7897846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db2e6cabe464e" /><Relationship Type="http://schemas.openxmlformats.org/officeDocument/2006/relationships/notesSlide" Target="/ppt/notesSlides/notesSlide8.xml" Id="R9086d704f57b44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BF033-916F-4D0C-84ED-F34E6F9C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CjRepoMesh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78696-7509-4A38-97C9-E7BADBDC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仓颉中心仓多仓配置与私有化体系建设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42FCF-07CD-4AFC-BE3D-3694AD0A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666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B86C3-6DB2-4B24-999D-27986498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技术答辩  /  官方课题 #6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4D0D4-126D-48AE-B66C-9DFF1BBA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809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验证口径截至 2026-09-23</a:t>
            </a:r>
          </a:p>
        </p:txBody>
      </p:sp>
    </p:spTree>
    <p:extLst>
      <p:ext uri="{BB962C8B-B14F-4D97-AF65-F5344CB8AC3E}">
        <p14:creationId xmlns:p14="http://schemas.microsoft.com/office/powerpoint/2010/main" val="1520567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5415E5-1F2F-4F0B-8544-61B3FC39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问题：仓库变多，版本规则不能变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7142C-B465-4B02-8786-EA4B988F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A83AF-2589-4BF4-9756-0FBEE9B2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D687F-5BB4-432C-951D-8AB92EF5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DC314-421F-4715-B48B-99B29A0E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1D197-3809-4A18-ADEA-5414853A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943100"/>
            <a:ext cx="966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公共源、企业私仓、缓存源需要同时参与候选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639B7E-150D-4218-845A-EAF18B0F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0C341-D2D9-46C2-9292-5DD3172D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765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A91FF-E4D0-4B75-8D01-423A80A1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67050"/>
            <a:ext cx="966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版本仍交给 cjpm 原求解器，来源按优先级确定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D64A0-F172-48D7-8F3F-7B0772AD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8C548-AEBC-491D-B0D4-9064E9B7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005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BF7FF6-77AD-4FA0-BFF0-0010F9A0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91000"/>
            <a:ext cx="966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私有中心仓要能部署、发布、代理与同步</a:t>
            </a:r>
          </a:p>
        </p:txBody>
      </p:sp>
    </p:spTree>
    <p:extLst>
      <p:ext uri="{BB962C8B-B14F-4D97-AF65-F5344CB8AC3E}">
        <p14:creationId xmlns:p14="http://schemas.microsoft.com/office/powerpoint/2010/main" val="16840296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8F329-5B84-4CCB-87D5-FBDA7232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核心设计：选版本与选来源分层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4A733-7CFD-4BAD-9EA9-8CB033FE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E15C6-A4F8-4927-AE5A-F901640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09F67-F605-449A-AC8C-A38B9796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634888-27D9-41B5-A866-0EB44D3F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Repository Router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4D35E-6093-42CF-8235-4FE5256E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33675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按仓库配置收集候选版本</a:t>
            </a:r>
          </a:p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保留来源、优先级与回退边界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6325CA-CDF6-48D8-9463-5583F9B6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原 cjpm 求解器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9EDD5-7BBC-4157-9B9D-A0E7C470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33675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沿用已有依赖约束与锁定规则</a:t>
            </a:r>
          </a:p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选择最终版本，再确定制品来源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63B2C-BB58-4C8A-91D2-1AC43477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24AA9-33C9-4F9B-AF6B-4D646E04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不改写旧规则；新增独立来源审计 cjpm-provenance.json</a:t>
            </a:r>
          </a:p>
        </p:txBody>
      </p:sp>
    </p:spTree>
    <p:extLst>
      <p:ext uri="{BB962C8B-B14F-4D97-AF65-F5344CB8AC3E}">
        <p14:creationId xmlns:p14="http://schemas.microsoft.com/office/powerpoint/2010/main" val="10459176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459C6-BC80-48C3-AEDD-48575F9C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四项交付，形成闭环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6CE77-DCE2-48BA-9D6C-89B9A29E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0D75D-1862-404A-B943-FA676004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3D22D-1A10-4C78-BE54-611F15CC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BCCB2-5FC8-44E1-BE43-ED7C1601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多仓配置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1FF39-5D38-46D0-8AAF-F0A20B10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823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优先级、旧单仓配置兼容、来源解释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6AC51-918F-490D-8DF7-CDFC494C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021FD0-089A-405A-B7E4-A03030EF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依赖解析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12E04-4A55-4865-A6E5-109896E5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67025"/>
            <a:ext cx="823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跨仓候选、同版选源、[replace] 与认证屏障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F6637-F1EF-4179-84F3-B1F16390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78A9C-3CFD-46F0-945D-9C5CB2ED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私有部署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BD450-13D5-4C9A-9460-8DB627E2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76675"/>
            <a:ext cx="823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Windows / Docker 一键流程与持久化诊断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C1321-0EEA-4A85-B5F9-ABF0BCC0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05165F-B09D-4293-A830-A8FFD88A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代理与同步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31D6E-0222-4D19-97DA-50D21640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86325"/>
            <a:ext cx="823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Proxy 缓存、显式清单 Mirror、仓间 Sync</a:t>
            </a:r>
          </a:p>
        </p:txBody>
      </p:sp>
    </p:spTree>
    <p:extLst>
      <p:ext uri="{BB962C8B-B14F-4D97-AF65-F5344CB8AC3E}">
        <p14:creationId xmlns:p14="http://schemas.microsoft.com/office/powerpoint/2010/main" val="2697066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0C0229-D74C-4F8E-94ED-6FB7C6C9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安全边界：不让公共高版本“抢包”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00A51B-36AD-4B87-92F3-6E26FF90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9E78F4-D220-4592-B5B3-2B2F370B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70A88-C3E9-47B7-8A88-71B949E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1D6D4-6DA3-44A2-B89B-D7520A0C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私仓 1.0.0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19C36-77E9-4C42-8980-967AF436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公共仓 9.0.0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DB4557-C30F-439C-A34F-FB862CE3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C7D8B-8AF5-44AE-BDA9-EB4123FC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company::* 独占路由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F175C-F14F-4F64-A34E-7A4D40AD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404 / 401 / 403 / 500 故障矩阵：公共仓请求数 =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B2369A-FA39-405B-8B2B-06A288B4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选中制品损坏则拒绝；修复后同一缓存可恢复构建</a:t>
            </a:r>
          </a:p>
        </p:txBody>
      </p:sp>
    </p:spTree>
    <p:extLst>
      <p:ext uri="{BB962C8B-B14F-4D97-AF65-F5344CB8AC3E}">
        <p14:creationId xmlns:p14="http://schemas.microsoft.com/office/powerpoint/2010/main" val="849219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7D6B7-9BBA-4A69-9209-BEFE7022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证据：功能与兼容性均有实测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9C1FD-AE12-41E2-8396-F81AB32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5D0FF-653B-44F7-8E7D-F5DD48C9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0D97D7-8D3A-446D-8538-A291C3B2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8DFB0-92C0-4004-8984-9137C04B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238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4 /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329FC-82F3-423E-8EB0-9AA92C3F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4572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Linux 共享核心全量回归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E46FC-3CD2-4F7B-A38A-4758B50A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05000"/>
            <a:ext cx="4238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9 /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EA23A-710B-4635-9A30-E1631C8B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0350"/>
            <a:ext cx="4667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Docker 部署诊断 × 2 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FA5D5-83DB-4A25-B23F-CAB71BCD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CEEFCF-9562-4648-A827-E2D4C732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4238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7 / 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359DE-C177-45F7-9F8D-86D95618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官方原版 / 增强版单仓差分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F0549-D215-4969-8F3A-FB9C1E6E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48125"/>
            <a:ext cx="4238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16 /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1DC4F-A44E-4F79-AA4B-4D3C42EF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4347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官方 HTTP LLT 夹具，两版各通过</a:t>
            </a:r>
          </a:p>
        </p:txBody>
      </p:sp>
    </p:spTree>
    <p:extLst>
      <p:ext uri="{BB962C8B-B14F-4D97-AF65-F5344CB8AC3E}">
        <p14:creationId xmlns:p14="http://schemas.microsoft.com/office/powerpoint/2010/main" val="16698545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5A069-2AC0-45B7-B585-22FC8979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拟录制：7 分钟演示路线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8C1030-6BF8-453F-B558-C026840E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2FC0A-4800-4900-81CA-64CD0307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D0BEA-C0F1-44EE-BDF1-947631A9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A423F-E991-47A9-9469-650DFBDC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E6C1C-D2A6-47B9-9064-43D7C25E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Compose 一键部署 → Doctor 9/9 → 发布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97492-8E77-4669-B400-17AC2CBD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FCAEB-AC56-454E-B2F2-A6D70968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解析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D09BB-7999-4141-8FCA-C671FFF3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跨仓构建 → 独占命名空间 → Explain / Provenance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9303E-C99C-4778-AF8B-5AEBEC8F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4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99EC1A-F58C-4154-A067-0557F8F2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流转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075A68-6A0C-4DA5-8605-37B0E6A9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Proxy 离线命中 → Mirror 清单 → Sync 后重建</a:t>
            </a:r>
          </a:p>
        </p:txBody>
      </p:sp>
    </p:spTree>
    <p:extLst>
      <p:ext uri="{BB962C8B-B14F-4D97-AF65-F5344CB8AC3E}">
        <p14:creationId xmlns:p14="http://schemas.microsoft.com/office/powerpoint/2010/main" val="497130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E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26339-ACEF-4880-80CB-11358B97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完成度与剩余工作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E96BA-C3FE-4E91-8A0E-CAD9C56E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324CB8-16F7-41E2-A061-96299EA6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CjRepoMesh  ·  官方技术课题 #6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E9E0E-75BE-489A-A345-D4B8C7F2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7B8C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372A0-740C-49B5-AC61-F9CC82CC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190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D47A1-AEAF-4BDD-ABB3-3A87E054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多仓 + 私仓 + 代理 / 镜像 / 同步；Linux 与 Docker 实测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B61EE1-E81B-4040-BAFF-F683769C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6EBEC0-C9AB-4686-86E5-AFD53AE7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2190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仍待验证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DBD60-A11E-49AF-9837-03A39B82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当前 Windows 构建受系统拦截；完整 Maple HLT/LLT 未跑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E47611-E814-4FB0-903A-D0D2EC19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56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51239-E68E-4AB1-9B45-CD322C62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9275"/>
            <a:ext cx="2190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2D6C7"/>
                </a:solidFill>
                <a:latin typeface="Microsoft YaHei"/>
                <a:ea typeface="Microsoft YaHei"/>
                <a:cs typeface="Microsoft YaHei"/>
              </a:rPr>
              <a:t>提交前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1A831-4815-4A87-84A4-C8B881FF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619750"/>
            <a:ext cx="885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6"/>
                </a:solidFill>
                <a:latin typeface="Microsoft YaHei"/>
                <a:ea typeface="Microsoft YaHei"/>
                <a:cs typeface="Microsoft YaHei"/>
              </a:rPr>
              <a:t>录制主视频与无剪切验证；按最终提交号重跑关键链路</a:t>
            </a:r>
          </a:p>
        </p:txBody>
      </p:sp>
    </p:spTree>
    <p:extLst>
      <p:ext uri="{BB962C8B-B14F-4D97-AF65-F5344CB8AC3E}">
        <p14:creationId xmlns:p14="http://schemas.microsoft.com/office/powerpoint/2010/main" val="15610199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2026-09-23T07:46:41.1110000Z</dcterms:created>
  <dcterms:modified xsi:type="dcterms:W3CDTF">2026-09-23T07:46:41.1110000Z</dcterms:modified>
</coreProperties>
</file>