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e5f228b3b496c" /><Relationship Type="http://schemas.openxmlformats.org/officeDocument/2006/relationships/extended-properties" Target="/docProps/app.xml" Id="R736dd475c97f4125" /><Relationship Type="http://schemas.openxmlformats.org/officeDocument/2006/relationships/officeDocument" Target="/ppt/presentation.xml" Id="R70a2f99f83ad42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bc4eb3b9a4dff"/>
  </p:sldMasterIdLst>
  <p:notesMasterIdLst>
    <p:notesMasterId xmlns:r="http://schemas.openxmlformats.org/officeDocument/2006/relationships" r:id="R59b93f9e63b04070"/>
  </p:notesMasterIdLst>
  <p:sldIdLst>
    <p:sldId xmlns:r="http://schemas.openxmlformats.org/officeDocument/2006/relationships" id="256" r:id="R55717e6643424daf"/>
    <p:sldId xmlns:r="http://schemas.openxmlformats.org/officeDocument/2006/relationships" id="257" r:id="Raa395b4bac9b4726"/>
    <p:sldId xmlns:r="http://schemas.openxmlformats.org/officeDocument/2006/relationships" id="258" r:id="R5704c5f84f564a71"/>
    <p:sldId xmlns:r="http://schemas.openxmlformats.org/officeDocument/2006/relationships" id="259" r:id="R7006f9666a994f1b"/>
    <p:sldId xmlns:r="http://schemas.openxmlformats.org/officeDocument/2006/relationships" id="260" r:id="Ra7cb43b13cd94c05"/>
    <p:sldId xmlns:r="http://schemas.openxmlformats.org/officeDocument/2006/relationships" id="261" r:id="R5b594c419e3347eb"/>
    <p:sldId xmlns:r="http://schemas.openxmlformats.org/officeDocument/2006/relationships" id="262" r:id="Rba1d55395be5410e"/>
    <p:sldId xmlns:r="http://schemas.openxmlformats.org/officeDocument/2006/relationships" id="263" r:id="R4db0fa64e21e47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fe4269a324903" /><Relationship Type="http://schemas.openxmlformats.org/officeDocument/2006/relationships/slideMaster" Target="/ppt/slideMasters/slideMaster1.xml" Id="Rf5fbc4eb3b9a4dff" /><Relationship Type="http://schemas.openxmlformats.org/officeDocument/2006/relationships/notesMaster" Target="/ppt/notesMasters/notesMaster1.xml" Id="R59b93f9e63b04070" /><Relationship Type="http://schemas.openxmlformats.org/officeDocument/2006/relationships/presProps" Target="/ppt/presProps.xml" Id="Redceb795a2044d85" /><Relationship Type="http://schemas.openxmlformats.org/officeDocument/2006/relationships/tableStyles" Target="/ppt/tableStyles.xml" Id="R6f0f84d111f740bd" /><Relationship Type="http://schemas.openxmlformats.org/officeDocument/2006/relationships/slide" Target="/ppt/slides/slide1.xml" Id="R55717e6643424daf" /><Relationship Type="http://schemas.openxmlformats.org/officeDocument/2006/relationships/slide" Target="/ppt/slides/slide2.xml" Id="Raa395b4bac9b4726" /><Relationship Type="http://schemas.openxmlformats.org/officeDocument/2006/relationships/slide" Target="/ppt/slides/slide3.xml" Id="R5704c5f84f564a71" /><Relationship Type="http://schemas.openxmlformats.org/officeDocument/2006/relationships/slide" Target="/ppt/slides/slide4.xml" Id="R7006f9666a994f1b" /><Relationship Type="http://schemas.openxmlformats.org/officeDocument/2006/relationships/slide" Target="/ppt/slides/slide5.xml" Id="Ra7cb43b13cd94c05" /><Relationship Type="http://schemas.openxmlformats.org/officeDocument/2006/relationships/slide" Target="/ppt/slides/slide6.xml" Id="R5b594c419e3347eb" /><Relationship Type="http://schemas.openxmlformats.org/officeDocument/2006/relationships/slide" Target="/ppt/slides/slide7.xml" Id="Rba1d55395be5410e" /><Relationship Type="http://schemas.openxmlformats.org/officeDocument/2006/relationships/slide" Target="/ppt/slides/slide8.xml" Id="R4db0fa64e21e47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97e25a5b347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d8c38421a148f0" /><Relationship Type="http://schemas.openxmlformats.org/officeDocument/2006/relationships/notesMaster" Target="/ppt/notesMasters/notesMaster1.xml" Id="R73cdc3950cb649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bcc4da5f5940b0" /><Relationship Type="http://schemas.openxmlformats.org/officeDocument/2006/relationships/notesMaster" Target="/ppt/notesMasters/notesMaster1.xml" Id="Rc2606b205796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2480a3fd64ea8" /><Relationship Type="http://schemas.openxmlformats.org/officeDocument/2006/relationships/notesMaster" Target="/ppt/notesMasters/notesMaster1.xml" Id="R3a9bdfdd1ec646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8b7df0c9bb4ce0" /><Relationship Type="http://schemas.openxmlformats.org/officeDocument/2006/relationships/notesMaster" Target="/ppt/notesMasters/notesMaster1.xml" Id="R89fc75c525f549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63521ceee94af3" /><Relationship Type="http://schemas.openxmlformats.org/officeDocument/2006/relationships/notesMaster" Target="/ppt/notesMasters/notesMaster1.xml" Id="R0367651f13624a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c577277ed4653" /><Relationship Type="http://schemas.openxmlformats.org/officeDocument/2006/relationships/notesMaster" Target="/ppt/notesMasters/notesMaster1.xml" Id="R6a0ec6a69f384f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bda9fdcb64956" /><Relationship Type="http://schemas.openxmlformats.org/officeDocument/2006/relationships/notesMaster" Target="/ppt/notesMasters/notesMaster1.xml" Id="R19367ab00ea94a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49a4dc06de499f" /><Relationship Type="http://schemas.openxmlformats.org/officeDocument/2006/relationships/notesMaster" Target="/ppt/notesMasters/notesMaster1.xml" Id="R9c83a0ffbfed45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定位与课题名称见 docs/competition-requirements-matrix.md；该材料是可编辑答辩稿，不代表已完成视频录制。</a:t>
            </a:r>
          </a:p>
          <a:p xmlns:a="http://schemas.openxmlformats.org/drawingml/2006/main">
            <a:r>
              <a:t>讲述建议：30 秒。先说明多仓、原有求解规则、私有化部署三项主线。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来源：docs/competition-requirements-matrix.md；docs/architecture.md。</a:t>
            </a:r>
          </a:p>
          <a:p xmlns:a="http://schemas.openxmlformats.org/drawingml/2006/main">
            <a:r>
              <a:t>讲述建议：45 秒。强调官方课题要求多仓配置和私有化，且不能破坏原有版本选择规则。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来源：docs/architecture.md；docs/multirepo-implementation.md；docs/official-compatibility-report.md。</a:t>
            </a:r>
          </a:p>
          <a:p xmlns:a="http://schemas.openxmlformats.org/drawingml/2006/main">
            <a:r>
              <a:t>讲述建议：55 秒。Repository Router 汇聚候选及来源，原 cjpm 求解器做版本决策。锁定版本规则及旧 repository.home 行为以官方原版差分验证。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来源：docs/competition-requirements-matrix.md；docs/architecture.md；docs/docker-verification.md；docs/linux-verification.md。</a:t>
            </a:r>
          </a:p>
          <a:p xmlns:a="http://schemas.openxmlformats.org/drawingml/2006/main">
            <a:r>
              <a:t>讲述建议：60 秒。Mirror 指显式清单镜像，非完整上游仓复制；Sync 为带令牌的仓间同步。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来源：docs/verification-report.md（独占命名空间故障矩阵、篡改制品专项）；docs/multirepo-implementation.md。</a:t>
            </a:r>
          </a:p>
          <a:p xmlns:a="http://schemas.openxmlformats.org/drawingml/2006/main">
            <a:r>
              <a:t>讲述建议：60 秒。私仓 company::* 为独占路由；高版本公共同名包不能参与。404/401/403/500 注入时公共仓请求数均为 0。401/403 也不得认证绕过；选中制品 SHA 不符时失败，不回退低优先级伪装成功。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来源：docs/verification-report.md；docs/official-compatibility-report.md；docs/docker-verification.md。</a:t>
            </a:r>
          </a:p>
          <a:p xmlns:a="http://schemas.openxmlformats.org/drawingml/2006/main">
            <a:r>
              <a:t>讲述建议：65 秒。Linux 4/4 为测试提交 2bb1884 上完整四组回归，103.30 秒；后续 662935d 为多仓专项单组通过，非全量。Docker 9/9 为 c602c12 修复后两轮。官方差分 7/7；官方 HTTP LLT 夹具在原版与增强版各 16/16。不要说完整 Maple HLT/LLT 已通过。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来源：docs/demo-runbook.md；docs/docker-verification.md；benchmark/results/proxy-benchmark.md。</a:t>
            </a:r>
          </a:p>
          <a:p xmlns:a="http://schemas.openxmlformats.org/drawingml/2006/main">
            <a:r>
              <a:t>讲述建议：70 秒。此页是拟录制视频的演示顺序，不代表视频已录好。Proxy 基准为本地 HTTP，冷中位 62.76ms/10 次、热中位 33.102ms/50 次，不外推公网性能。现场可只演示 MISS/HIT/断上游仍命中。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来源：docs/submission-checklist.md；docs/verification-report.md；docs/award-readiness.md。</a:t>
            </a:r>
          </a:p>
          <a:p xmlns:a="http://schemas.openxmlformats.org/drawingml/2006/main">
            <a:r>
              <a:t>讲述建议：55 秒。当前 Windows cjc 被系统 Application Control 阻断，不绕过安全策略；历史 Windows 5/5 不能冒充当前提交结果。完整 Maple HLT/LLT 未运行；视频待录制；提交平台及外部仓库可访问性需要赛前复查。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39af8884545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22436530e44cd" /><Relationship Type="http://schemas.openxmlformats.org/officeDocument/2006/relationships/slideLayout" Target="/ppt/slideLayouts/slideLayout1.xml" Id="R96d148b5fed146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d148b5fed146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7699a79ab4f68" /><Relationship Type="http://schemas.openxmlformats.org/officeDocument/2006/relationships/notesSlide" Target="/ppt/notesSlides/notesSlide1.xml" Id="R3c47631162fb47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bb9a457834679" /><Relationship Type="http://schemas.openxmlformats.org/officeDocument/2006/relationships/notesSlide" Target="/ppt/notesSlides/notesSlide2.xml" Id="R695f1c4e52fb46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1e405167b49dc" /><Relationship Type="http://schemas.openxmlformats.org/officeDocument/2006/relationships/notesSlide" Target="/ppt/notesSlides/notesSlide3.xml" Id="Rd92bf65016a848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8709e6c99475f" /><Relationship Type="http://schemas.openxmlformats.org/officeDocument/2006/relationships/notesSlide" Target="/ppt/notesSlides/notesSlide4.xml" Id="R5bb21507bb9c4c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6ef41da844fea" /><Relationship Type="http://schemas.openxmlformats.org/officeDocument/2006/relationships/notesSlide" Target="/ppt/notesSlides/notesSlide5.xml" Id="R870bada0f0e241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47d9a2a2648f2" /><Relationship Type="http://schemas.openxmlformats.org/officeDocument/2006/relationships/notesSlide" Target="/ppt/notesSlides/notesSlide6.xml" Id="R3211b01cb33746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43bfaf5574ae0" /><Relationship Type="http://schemas.openxmlformats.org/officeDocument/2006/relationships/notesSlide" Target="/ppt/notesSlides/notesSlide7.xml" Id="Rbbbf00891c6142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da2fcc8914eff" /><Relationship Type="http://schemas.openxmlformats.org/officeDocument/2006/relationships/notesSlide" Target="/ppt/notesSlides/notesSlide8.xml" Id="R2542d790cea7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D2C5B-DA4D-4C92-AF37-95A53AA4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CjRepoMesh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A8816-CA58-46A9-81F5-C2DB3BCB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仓颉中心仓多仓配置与私有化体系建设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B36EF-3A7C-404B-AE5E-9468A30E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0015D-1703-45C5-AFC5-3F01F7C4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技术答辩  /  官方课题 #6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81E0B-2B14-41D6-B308-385C614F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验证口径截至 2026-09-23</a:t>
            </a:r>
          </a:p>
        </p:txBody>
      </p:sp>
    </p:spTree>
    <p:extLst>
      <p:ext uri="{BB962C8B-B14F-4D97-AF65-F5344CB8AC3E}">
        <p14:creationId xmlns:p14="http://schemas.microsoft.com/office/powerpoint/2010/main" val="1738765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6A7DF-73E0-44A5-9C1A-33094641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问题：仓库变多，版本规则不能变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AD096-34A5-4494-9EBC-A1430604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765EF-77DD-4C13-A78E-A2A5AEC0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CjRepoMesh  ·  官方技术课题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55E6B-8653-48B2-AE2B-3FCEFAC2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07369-BBBE-45AC-A447-5550C0C7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A248B-1DAA-4308-B597-FA16FF28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43100"/>
            <a:ext cx="966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公共源、企业私仓、缓存源需要同时参与候选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A2724-57B4-4380-B157-7DFC1AF3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4E2EC-BC8D-4100-A8B9-A24574D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7C89B-92BB-4731-8A99-9463D366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67050"/>
            <a:ext cx="966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版本仍交给 cjpm 原求解器，来源按优先级确定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7643C-A02E-4E75-9676-8FC7659A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103FB-E0CD-4982-8D94-139C842E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673A4-E61A-42F9-ADCD-FC023B8F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966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私有中心仓要能部署、发布、代理与同步</a:t>
            </a:r>
          </a:p>
        </p:txBody>
      </p:sp>
    </p:spTree>
    <p:extLst>
      <p:ext uri="{BB962C8B-B14F-4D97-AF65-F5344CB8AC3E}">
        <p14:creationId xmlns:p14="http://schemas.microsoft.com/office/powerpoint/2010/main" val="1178660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B686B-E10B-409A-B1AA-3A2C2F3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核心设计：选版本与选来源分层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F9A9D-CD94-4F99-A322-B728E75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21BC5-54F7-45B6-9A44-259FA0C2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CjRepoMesh  ·  官方技术课题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DA73C-EDA9-4AEB-8C94-D6934910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49684-119B-48FF-B795-D084571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Repository Router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7C3A3-1EF2-48C5-B188-8E5C90D8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按仓库配置收集候选版本</a:t>
            </a:r>
          </a:p>
          <a:p xmlns:a="http://schemas.openxmlformats.org/drawingml/2006/main">
            <a:pPr algn="l">
              <a:def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保留来源、优先级与回退边界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F04AF-08AE-496D-8D04-EA03FE05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97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原 cjpm 求解器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8940E-2C58-4A05-BE80-1FE11C4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沿用已有依赖约束与锁定规则</a:t>
            </a:r>
          </a:p>
          <a:p xmlns:a="http://schemas.openxmlformats.org/drawingml/2006/main">
            <a:pPr algn="l">
              <a:def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选择最终版本，再确定制品来源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A906A-3716-45A7-8249-E69F9668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89D0F-FAA1-4212-9CBF-D930C0A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不改写旧规则；新增独立来源审计 cjpm-provenance.json</a:t>
            </a:r>
          </a:p>
        </p:txBody>
      </p:sp>
    </p:spTree>
    <p:extLst>
      <p:ext uri="{BB962C8B-B14F-4D97-AF65-F5344CB8AC3E}">
        <p14:creationId xmlns:p14="http://schemas.microsoft.com/office/powerpoint/2010/main" val="1108552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1D6FB-8D1A-4A97-8178-8459744D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四项交付，形成闭环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48A6C-B810-44E7-9562-8B00E786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8B0CB-D7DE-497F-BBC9-28818D1F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CjRepoMesh  ·  官方技术课题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233EB-B201-4EC5-8B52-4A2D54A0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231EA-2AFB-4BBE-A844-8B1BE745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多仓配置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CAE02-927A-40BB-8954-92AA41E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823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优先级、旧单仓配置兼容、来源解释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DAD9A-2D2A-42FD-ACA9-06666271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3CDBD-E36F-42AE-BB0C-3DC535E8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依赖解析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BA4C7-B5F8-4F0D-BC04-62989E4D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67025"/>
            <a:ext cx="823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跨仓候选、同版选源、[replace] 与认证屏障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CDF06-D4B9-42AF-834E-A4281C44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20C77-B99E-453F-8A69-9BB8D9C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私有部署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9AFDA-3407-43AE-91F9-C5A88337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76675"/>
            <a:ext cx="823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Windows / Docker 一键流程与持久化诊断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D99A8-618D-4A2A-9DB2-453433EE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8AD96-376C-49D1-9AE4-62917B08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代理与同步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3129F-CDB2-4826-AD86-CA9660D2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86325"/>
            <a:ext cx="8239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Proxy 缓存、显式清单 Mirror、仓间 Sync</a:t>
            </a:r>
          </a:p>
        </p:txBody>
      </p:sp>
    </p:spTree>
    <p:extLst>
      <p:ext uri="{BB962C8B-B14F-4D97-AF65-F5344CB8AC3E}">
        <p14:creationId xmlns:p14="http://schemas.microsoft.com/office/powerpoint/2010/main" val="32746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1E128-027D-4F68-9751-9BC1ACF2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安全边界：不让公共高版本“抢包”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E6D46-6BDA-4BA2-B1BF-44E82F68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AE095-9C9F-4779-BAA8-673B1818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CjRepoMesh  ·  官方技术课题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44E2C-D91B-43A4-B36D-4F01C925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C68F5-8AD7-4A65-8E58-6815EB8C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私仓 1.0.0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F0BB8-065C-4034-8789-5CAFBFD2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公共仓 9.0.0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19C6B-8D4A-46A8-8EB5-284D8A90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941DA-043F-4BD3-B459-1F66884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company::* 独占路由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C9D92-C833-4731-AA89-662949A7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404 / 401 / 403 / 500 故障矩阵：公共仓请求数 =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3A32-02E0-409F-B660-47B5FD4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选中制品损坏则拒绝；修复后同一缓存可恢复构建</a:t>
            </a:r>
          </a:p>
        </p:txBody>
      </p:sp>
    </p:spTree>
    <p:extLst>
      <p:ext uri="{BB962C8B-B14F-4D97-AF65-F5344CB8AC3E}">
        <p14:creationId xmlns:p14="http://schemas.microsoft.com/office/powerpoint/2010/main" val="38859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03B8B-DAD1-42C2-B69B-A9E0A2A3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证据：功能与兼容性均有实测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D8CC1-B2ED-44E4-A618-898CD98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5230F-FF7E-4E36-9903-81104763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CjRepoMesh  ·  官方技术课题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391F8-67A4-4CDB-939D-F80F72C9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DDCEA-0083-4991-9023-AF63D318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238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9F940-5BC9-444A-BBBB-C6DDEBA9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572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Linux 共享核心全量回归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F1A28-BB2A-4443-ACC5-03BE5FD5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238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9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FC14F-2024-4B8B-8C70-06CDF0EA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66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Docker 部署诊断 × 2 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6EF31-9988-4007-9368-B2B4159A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88366-B2D4-46DE-8B25-F25D9460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4238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77404-D3BE-41D2-8D1D-82D44B94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官方原版 / 增强版单仓差分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4A03E-185E-4C51-985D-6E74D112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238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06181-178B-4D97-9FA3-427AD64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485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官方 HTTP LLT 夹具，两版各通过</a:t>
            </a:r>
          </a:p>
        </p:txBody>
      </p:sp>
    </p:spTree>
    <p:extLst>
      <p:ext uri="{BB962C8B-B14F-4D97-AF65-F5344CB8AC3E}">
        <p14:creationId xmlns:p14="http://schemas.microsoft.com/office/powerpoint/2010/main" val="503064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B0E81-3315-4C72-82B7-2BF46F92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拟录制：7 分钟演示路线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3CB4D-4399-41A9-9462-4CF8E40F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5EB63-37B8-422D-8643-B79F2139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CjRepoMesh  ·  官方技术课题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7655F-B044-4438-89A0-897BDCD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29E9B-2563-4599-95E1-87A96931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4781-3A6D-463C-AA9F-F1747802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Compose 一键部署 → Doctor 9/9 → 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5FECB-104E-4558-BE91-CE0239E5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C842A-2C27-44C3-BFF6-B0FA7B9E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FF7C23-30F5-4A02-87E0-C7C70A8F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跨仓构建 → 独占命名空间 → Explain / 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E2296-1443-4285-AB45-E77EE25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18C66-33AD-4FC1-A219-30041E52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流转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BA343-90EC-41CA-95DB-E041CA9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Proxy 离线命中 → Mirror 清单 → Sync 后重建</a:t>
            </a:r>
          </a:p>
        </p:txBody>
      </p:sp>
    </p:spTree>
    <p:extLst>
      <p:ext uri="{BB962C8B-B14F-4D97-AF65-F5344CB8AC3E}">
        <p14:creationId xmlns:p14="http://schemas.microsoft.com/office/powerpoint/2010/main" val="257452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E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4165C-C9AA-41BD-BB7A-016D8F3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完成度与剩余工作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58447-A23F-408E-B723-7651563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99289-B6E2-46FF-9D66-D1185F8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CjRepoMesh  ·  官方技术课题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B984E-A5D0-4DC8-B3C1-BC696F78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3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B8C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4F615-5DEC-44B2-81B9-32736AC8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156AD-4779-4E48-8BA2-2D8B418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多仓 + 私仓 + 代理 / 镜像 / 同步；Linux 与 Docker 实测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9F06D-C9B6-4B7C-B3FC-3D029DAB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58C66-3384-4132-85FC-2405248F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仍待验证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54B43-FF80-4318-882D-8180011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当前 Windows 构建受系统拦截；完整 Maple HLT/LLT 未跑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1AD01-108E-4FA1-AAC7-634E230C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56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76420-374A-4592-90F6-AF8067D9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2190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2D6C7"/>
                </a:solidFill>
                <a:latin typeface="Microsoft YaHei"/>
                <a:ea typeface="Microsoft YaHei"/>
                <a:cs typeface="Microsoft YaHei"/>
              </a:rPr>
              <a:t>提交前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7688F-D246-44A2-9947-E375A42E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5F7F6"/>
                </a:solidFill>
                <a:latin typeface="Microsoft YaHei"/>
                <a:ea typeface="Microsoft YaHei"/>
                <a:cs typeface="Microsoft YaHei"/>
              </a:rPr>
              <a:t>录制主视频与无剪切验证；按最终提交号重跑关键链路</a:t>
            </a:r>
          </a:p>
        </p:txBody>
      </p:sp>
    </p:spTree>
    <p:extLst>
      <p:ext uri="{BB962C8B-B14F-4D97-AF65-F5344CB8AC3E}">
        <p14:creationId xmlns:p14="http://schemas.microsoft.com/office/powerpoint/2010/main" val="120495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2026-09-23T06:47:12.3230000Z</dcterms:created>
  <dcterms:modified xsi:type="dcterms:W3CDTF">2026-09-23T06:47:12.3230000Z</dcterms:modified>
</coreProperties>
</file>